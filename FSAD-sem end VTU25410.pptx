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589" autoAdjust="0"/>
  </p:normalViewPr>
  <p:slideViewPr>
    <p:cSldViewPr>
      <p:cViewPr>
        <p:scale>
          <a:sx n="44" d="100"/>
          <a:sy n="44" d="100"/>
        </p:scale>
        <p:origin x="-163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4114800" y="3897940"/>
            <a:ext cx="10287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86463" y="5754629"/>
            <a:ext cx="15925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WEB-BASED RECRUITMENT MANAGEMENT SYSTEM USING JAVA SPRING BOOT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28361" y="7800539"/>
            <a:ext cx="11037711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G.KAVYA – VTU25410 – 23UECS0726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362690" y="7372410"/>
            <a:ext cx="5923112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Dr.HEMAMALINI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Professor(Senior Grade)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8-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514600" y="2628900"/>
            <a:ext cx="147775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is a web-based application that connects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login, and search for jobs easily.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 and manage applications.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in job searching.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job opportunities.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freshers find suitable jobs.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efficiency.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and MySQL.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50">
            <a:extLst>
              <a:ext uri="{FF2B5EF4-FFF2-40B4-BE49-F238E27FC236}">
                <a16:creationId xmlns:a16="http://schemas.microsoft.com/office/drawing/2014/main" id="{D9047F7D-3197-ED64-41B7-A880BD00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233244"/>
            <a:ext cx="12039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 process is slow and inefficient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centralized platform for job listings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job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errors and delays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real-time job updates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opportunities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in managing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user-friendly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819400" y="3140934"/>
            <a:ext cx="134940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Job Portal system for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for job posting, searching, and application management.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84114" y="2991005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Provides online job search functionality.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Users can register and login securely.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Employers can post and manage jobs.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Job seekers can apply for jobs easily.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Stores data in a centralized database.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Reduces manual work and errors.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Improves speed and efficiency.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User-friendly interface for easy navigation. 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58095-818F-C12D-EF94-DAC10201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414" y="2247900"/>
            <a:ext cx="1406908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B7E88-B1D1-B2AD-BD15-7E4215BC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430484"/>
            <a:ext cx="11909161" cy="577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74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and Bootstrap for building a responsive and interactive user interface.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with Spring Boot framework to handle server-side logic, REST APIs, and business operations.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(or PostgreSQL) for storing application data such as user details and records securely.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Eclipse for development, Postman for API testing, and Maven/Gradle for project build management.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4GB RAM, Dual-core Processor, and 20GB available disk space.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10/11 or Linux OS, Java JDK 8+, Spring Boot, and any modern web browser.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 and secure login authentication.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profiles and account details.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password encryption and security features.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role-based access (admin/user).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Quiz/Test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creation and management of quizzes and question banks.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participation and submission of tests.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question types (MCQ, descriptive).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timing and auto-submission of tests.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data, questions, and test results securely.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and updates data while maintaining integrity.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backup and recovery of important data.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queries for faster performance.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Result &amp; Analytics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scores and displays test results.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performance analysis and reports.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progress over multiple tests.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graphical insights for better understanding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BDBE63-7705-E283-02C6-C11947E0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973" y="1638300"/>
            <a:ext cx="9540827" cy="490476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ACB872B-1809-2BB9-D4E0-4F3661A3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130" y="5143500"/>
            <a:ext cx="9389269" cy="487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4E311-8E1B-93CC-723B-1D3104E40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869" y="3859547"/>
            <a:ext cx="8109975" cy="64497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BA1452-ABAC-F968-1A1C-5DE3AE81B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426" y="1206527"/>
            <a:ext cx="9097261" cy="547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AA630-D3B0-2CDF-8ABC-EA79B67E8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489" y="1265170"/>
            <a:ext cx="10222393" cy="4800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599719-C35E-A8BC-795A-EFD396A70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6141" y="6059939"/>
            <a:ext cx="10833259" cy="40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402236" y="16320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76312-2172-75D9-8AA1-85900173C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778" y="1638300"/>
            <a:ext cx="12786021" cy="70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15BE3-7334-5EC1-EF98-754168EDFC71}"/>
              </a:ext>
            </a:extLst>
          </p:cNvPr>
          <p:cNvSpPr txBox="1"/>
          <p:nvPr/>
        </p:nvSpPr>
        <p:spPr>
          <a:xfrm>
            <a:off x="2450786" y="2129579"/>
            <a:ext cx="140457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easy and quick access to quizzes/tests from anywhere.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work and saves time in evaluation.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secure data storage and user authentication.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Gives instant results and performance analysis.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system that can handle multiple users simultaneously.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user experience with a responsive interface.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a stable internet connection to function properly.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Initial setup and development can be time-consuming.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Security risks if not properly implemented (data breaches).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offline functionality.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Performance may decrease with very high user load if not optimized.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regular maintenance and updates.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857</Words>
  <Application>Microsoft Office PowerPoint</Application>
  <PresentationFormat>Custom</PresentationFormat>
  <Paragraphs>239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Wingdings</vt:lpstr>
      <vt:lpstr>Gotham Bold Italics</vt:lpstr>
      <vt:lpstr>Cambria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OORRJITHA</dc:creator>
  <cp:lastModifiedBy>Varshitha Chowdary Thokala</cp:lastModifiedBy>
  <cp:revision>16</cp:revision>
  <dcterms:created xsi:type="dcterms:W3CDTF">2006-08-16T00:00:00Z</dcterms:created>
  <dcterms:modified xsi:type="dcterms:W3CDTF">2026-05-05T15:47:40Z</dcterms:modified>
  <dc:identifier>DAHCaYqJ9OU</dc:identifier>
</cp:coreProperties>
</file>